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7" r:id="rId6"/>
    <p:sldId id="268" r:id="rId7"/>
    <p:sldId id="269" r:id="rId8"/>
    <p:sldId id="270" r:id="rId9"/>
    <p:sldId id="262" r:id="rId10"/>
    <p:sldId id="260" r:id="rId11"/>
    <p:sldId id="271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7E9DFE3-5E83-4AC0-A615-7CA027D8F192}">
          <p14:sldIdLst>
            <p14:sldId id="256"/>
          </p14:sldIdLst>
        </p14:section>
        <p14:section name="Vision" id="{83A0EE5F-4D3A-4EDA-8C1F-597BD58C8D23}">
          <p14:sldIdLst>
            <p14:sldId id="267"/>
            <p14:sldId id="268"/>
            <p14:sldId id="269"/>
          </p14:sldIdLst>
        </p14:section>
        <p14:section name="Demo" id="{105D9ABF-2CBD-4520-854B-3E1CFA62F1FD}">
          <p14:sldIdLst>
            <p14:sldId id="270"/>
            <p14:sldId id="262"/>
            <p14:sldId id="260"/>
          </p14:sldIdLst>
        </p14:section>
        <p14:section name="Status" id="{109810F7-75AC-4D2D-9096-46C2D956CD36}">
          <p14:sldIdLst>
            <p14:sldId id="271"/>
          </p14:sldIdLst>
        </p14:section>
        <p14:section name="Questions" id="{4EE51A04-8D51-4A2D-BDD3-26C3141146BE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325EC-EFC1-DB41-EF01-F767AC57B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F4807B-B956-AB58-9671-81E7663485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AE25D-D29C-0B4A-EB94-446C9EFB7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63E3-B36E-459F-866D-48BA7C1E78F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A988F-FB25-8456-B27C-75636DEE7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ACF4C-E4F9-A423-96B5-84F3FF7D1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CDF7F-8D89-4B43-B25A-5CC7BD799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02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52C28-BAD7-CB7E-6A71-BA1C0009F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5DB42-FD2E-AC68-1C39-D9CCE493E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DA41B-FF90-80B6-0600-3911A364B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63E3-B36E-459F-866D-48BA7C1E78F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8906F-8FAD-35D2-75D7-B58066703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47EB2-2F17-C1FF-2D13-CB7DE5262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CDF7F-8D89-4B43-B25A-5CC7BD799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93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F52BA-EF8E-A031-14C1-FF114163F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D76CE-6219-5808-12CB-36B6AA853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1C81C-F4D9-2841-FC36-0BA4AF8ED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63E3-B36E-459F-866D-48BA7C1E78F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2CD27-97A8-7629-69D8-72690948A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68B89-AC3B-C2EB-E407-D8D0705E0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CDF7F-8D89-4B43-B25A-5CC7BD799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76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C1F85-D4AB-F36C-2907-3FC8A43C7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DAD66-FCA8-EE1A-08E5-4B1F7E78E6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C6453E-E61B-36D5-AADC-FEFF26BC5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8B8698-0B8B-55B7-2781-52340B214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63E3-B36E-459F-866D-48BA7C1E78F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6CD19-31A3-A6BD-6516-AA128AC7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2BBE91-28C9-54F9-AEA2-5CB4F3C6A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CDF7F-8D89-4B43-B25A-5CC7BD799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454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38771-0813-36EA-A7F8-337DC8BAC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59B7F-6BE4-0ABB-6FFC-F207306F5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321DB2-3CD8-B043-7C40-E6CE0CED5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D569D4-C650-DB44-DFC5-2D9576CC13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B9F31B-7244-CFBE-54B8-3C3184355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60D2C-5453-237D-BEEC-E32069DB0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63E3-B36E-459F-866D-48BA7C1E78F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DC7C0-E189-1D51-DBA8-C9ED00083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C5FA87-193B-1421-CE38-24C9FB023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CDF7F-8D89-4B43-B25A-5CC7BD799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88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3C07F-25A6-B193-3063-111514AE9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71D92-0454-B082-8D72-70B2A28C5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63E3-B36E-459F-866D-48BA7C1E78F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76F53-852B-7478-2946-C8220940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4EEDA2-9356-AA91-B22D-353A918C1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CDF7F-8D89-4B43-B25A-5CC7BD799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103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88A4BC-32A3-9D3C-D6B3-087B7B9A6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63E3-B36E-459F-866D-48BA7C1E78F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EF233F-3587-DCF5-DD4D-B164CFE4D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30D74-A2B2-7118-15EE-35807A09B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CDF7F-8D89-4B43-B25A-5CC7BD799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945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FA579-39FD-F0AB-B8E9-E76D1866B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74FE1-7ED6-CEE7-8A1D-6D51D9866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39E412-9D8A-05A5-F687-899481949F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05A06C-706F-EA8A-9702-F9B843045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63E3-B36E-459F-866D-48BA7C1E78F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8FC34-96BC-D468-AA3E-328422E24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378E9-849F-CC08-FEBF-D2C6CC3AD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CDF7F-8D89-4B43-B25A-5CC7BD799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402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2FC8B-D61A-BC46-EFAC-820ABF15A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E7C059-7BF3-D806-3149-B9F437041A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B6BF37-3285-306B-04A7-1F7F5DEAD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B2254-DFA5-8F6A-0740-5890841D5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63E3-B36E-459F-866D-48BA7C1E78F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729087-3B1E-197F-643A-5E74503B1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85913C-4D7B-BC63-702F-37B71FD14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CDF7F-8D89-4B43-B25A-5CC7BD799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922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68C05-8954-FC17-D3CB-1FD2D5CF8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E8A119-8711-B20C-D590-016ADBE6BA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E1FBF-29BC-A4DE-D16C-B5CB7119C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63E3-B36E-459F-866D-48BA7C1E78F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36359-55D3-BF52-0AA7-248721B1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3079C-56C5-A938-6B99-832022707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CDF7F-8D89-4B43-B25A-5CC7BD799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133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F3B92A-DA31-A08C-E3A3-00B7472EA3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4F25FE-C610-1BCD-F4FC-D2CCE233E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E8F8F-CE68-68B2-82E8-BEE8672C6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63E3-B36E-459F-866D-48BA7C1E78F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2DAD0-B901-C2DA-4A46-62A71D363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4C4DE-67CE-79D8-D102-2774988C5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CDF7F-8D89-4B43-B25A-5CC7BD799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20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BE0B6E-0987-2BF0-8AAE-DA87B1EDD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FDA77-5FE1-D0BA-84AD-A096674E8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6E1B5-34A8-CBEA-500D-465753B06C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CF63E3-B36E-459F-866D-48BA7C1E78F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A771A-A3C9-9D4A-DC73-3DCE6BCB63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B2979-3D6E-E69B-EE5D-E824D81B3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7CDF7F-8D89-4B43-B25A-5CC7BD799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63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6AF8E-C995-F048-73DE-C9E5B933B6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CommUnity</a:t>
            </a:r>
            <a:r>
              <a:rPr lang="en-US"/>
              <a:t> Technical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0462A7-02A2-337C-ACBC-5EAF2A25F9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84600"/>
            <a:ext cx="9144000" cy="1473200"/>
          </a:xfrm>
        </p:spPr>
        <p:txBody>
          <a:bodyPr>
            <a:normAutofit/>
          </a:bodyPr>
          <a:lstStyle/>
          <a:p>
            <a:r>
              <a:rPr lang="en-US" sz="2800"/>
              <a:t>Put content here first, and style later</a:t>
            </a:r>
          </a:p>
        </p:txBody>
      </p:sp>
    </p:spTree>
    <p:extLst>
      <p:ext uri="{BB962C8B-B14F-4D97-AF65-F5344CB8AC3E}">
        <p14:creationId xmlns:p14="http://schemas.microsoft.com/office/powerpoint/2010/main" val="3516701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07B27-C72E-33D9-942B-7D1365A80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Not Every Question Matters to Everyone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19C4B712-031B-BE11-C2FA-A314AB071E75}"/>
              </a:ext>
            </a:extLst>
          </p:cNvPr>
          <p:cNvSpPr/>
          <p:nvPr/>
        </p:nvSpPr>
        <p:spPr>
          <a:xfrm>
            <a:off x="736600" y="1862668"/>
            <a:ext cx="3022600" cy="1126066"/>
          </a:xfrm>
          <a:prstGeom prst="wedgeRoundRectCallout">
            <a:avLst>
              <a:gd name="adj1" fmla="val -33998"/>
              <a:gd name="adj2" fmla="val 69267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When is next BHT fire drill?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46D5FE2B-30B0-5574-4F55-2B1CD599DD23}"/>
              </a:ext>
            </a:extLst>
          </p:cNvPr>
          <p:cNvSpPr/>
          <p:nvPr/>
        </p:nvSpPr>
        <p:spPr>
          <a:xfrm>
            <a:off x="3280833" y="2571221"/>
            <a:ext cx="3022600" cy="1126066"/>
          </a:xfrm>
          <a:prstGeom prst="wedgeRoundRectCallout">
            <a:avLst>
              <a:gd name="adj1" fmla="val -15791"/>
              <a:gd name="adj2" fmla="val 73026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Is there a public piano in KE?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7DF408BE-9AF1-7102-6398-5E62D109DC40}"/>
              </a:ext>
            </a:extLst>
          </p:cNvPr>
          <p:cNvSpPr/>
          <p:nvPr/>
        </p:nvSpPr>
        <p:spPr>
          <a:xfrm>
            <a:off x="8432801" y="3759735"/>
            <a:ext cx="2679697" cy="1126066"/>
          </a:xfrm>
          <a:prstGeom prst="wedgeRoundRectCallout">
            <a:avLst>
              <a:gd name="adj1" fmla="val -35981"/>
              <a:gd name="adj2" fmla="val 65508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Is the Beta washer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fixed yet? 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7843A942-488B-8E69-4A6D-1536C0CDB6FD}"/>
              </a:ext>
            </a:extLst>
          </p:cNvPr>
          <p:cNvSpPr/>
          <p:nvPr/>
        </p:nvSpPr>
        <p:spPr>
          <a:xfrm>
            <a:off x="7806266" y="2034648"/>
            <a:ext cx="3022600" cy="1126066"/>
          </a:xfrm>
          <a:prstGeom prst="wedgeRoundRectCallout">
            <a:avLst>
              <a:gd name="adj1" fmla="val 12781"/>
              <a:gd name="adj2" fmla="val 73026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Would you recommend growing basil in the dorms?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19E65221-C8DA-1F08-CA4D-C3088359B86B}"/>
              </a:ext>
            </a:extLst>
          </p:cNvPr>
          <p:cNvSpPr/>
          <p:nvPr/>
        </p:nvSpPr>
        <p:spPr>
          <a:xfrm>
            <a:off x="5825066" y="3134254"/>
            <a:ext cx="3022600" cy="1126066"/>
          </a:xfrm>
          <a:prstGeom prst="wedgeRoundRectCallout">
            <a:avLst>
              <a:gd name="adj1" fmla="val -4866"/>
              <a:gd name="adj2" fmla="val 69267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Which kitchen in SE has the best oven? 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F395CDA8-7CC1-199B-680F-BBD6FFF97B23}"/>
              </a:ext>
            </a:extLst>
          </p:cNvPr>
          <p:cNvSpPr/>
          <p:nvPr/>
        </p:nvSpPr>
        <p:spPr>
          <a:xfrm>
            <a:off x="838200" y="3503088"/>
            <a:ext cx="2921000" cy="1126066"/>
          </a:xfrm>
          <a:prstGeom prst="wedgeRoundRectCallout">
            <a:avLst>
              <a:gd name="adj1" fmla="val 25946"/>
              <a:gd name="adj2" fmla="val 74530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is the best study spot in the science building?</a:t>
            </a:r>
          </a:p>
        </p:txBody>
      </p:sp>
    </p:spTree>
    <p:extLst>
      <p:ext uri="{BB962C8B-B14F-4D97-AF65-F5344CB8AC3E}">
        <p14:creationId xmlns:p14="http://schemas.microsoft.com/office/powerpoint/2010/main" val="1773355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95EE6BC-CED4-AF9F-2F4D-5EADBF6732BA}"/>
              </a:ext>
            </a:extLst>
          </p:cNvPr>
          <p:cNvSpPr/>
          <p:nvPr/>
        </p:nvSpPr>
        <p:spPr>
          <a:xfrm>
            <a:off x="9002185" y="1972198"/>
            <a:ext cx="2789766" cy="44582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u="sng" dirty="0">
                <a:solidFill>
                  <a:schemeClr val="tx1"/>
                </a:solidFill>
              </a:rPr>
              <a:t>KE Apartments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85C797-1E8C-34F1-F3E5-1757891FBDE0}"/>
              </a:ext>
            </a:extLst>
          </p:cNvPr>
          <p:cNvSpPr/>
          <p:nvPr/>
        </p:nvSpPr>
        <p:spPr>
          <a:xfrm>
            <a:off x="4766734" y="1972199"/>
            <a:ext cx="2789766" cy="44582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u="sng" dirty="0">
                <a:solidFill>
                  <a:schemeClr val="tx1"/>
                </a:solidFill>
              </a:rPr>
              <a:t>Academic Buildings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241216-A6FF-2135-3109-91E9831DE216}"/>
              </a:ext>
            </a:extLst>
          </p:cNvPr>
          <p:cNvSpPr/>
          <p:nvPr/>
        </p:nvSpPr>
        <p:spPr>
          <a:xfrm>
            <a:off x="491067" y="2034647"/>
            <a:ext cx="2789766" cy="44582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u="sng" dirty="0">
                <a:solidFill>
                  <a:schemeClr val="tx1"/>
                </a:solidFill>
              </a:rPr>
              <a:t>Dorms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9640B-BF66-2948-2653-49F40DF57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51542"/>
          </a:xfrm>
        </p:spPr>
        <p:txBody>
          <a:bodyPr/>
          <a:lstStyle/>
          <a:p>
            <a:pPr algn="ctr"/>
            <a:r>
              <a:rPr lang="en-US" dirty="0" err="1"/>
              <a:t>CommUnity</a:t>
            </a:r>
            <a:r>
              <a:rPr lang="en-US" dirty="0"/>
              <a:t> is a help forum partitioned by location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F98AE7F1-994C-CFE6-D06C-74AF6605FA21}"/>
              </a:ext>
            </a:extLst>
          </p:cNvPr>
          <p:cNvSpPr/>
          <p:nvPr/>
        </p:nvSpPr>
        <p:spPr>
          <a:xfrm>
            <a:off x="599017" y="5049361"/>
            <a:ext cx="2573866" cy="958891"/>
          </a:xfrm>
          <a:prstGeom prst="wedgeRoundRectCallout">
            <a:avLst>
              <a:gd name="adj1" fmla="val -3735"/>
              <a:gd name="adj2" fmla="val 72799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When is next BHT fire drill?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51F3B1D9-B2A9-9A1E-7684-A2B9F208D8B8}"/>
              </a:ext>
            </a:extLst>
          </p:cNvPr>
          <p:cNvSpPr/>
          <p:nvPr/>
        </p:nvSpPr>
        <p:spPr>
          <a:xfrm>
            <a:off x="9129186" y="2470109"/>
            <a:ext cx="2571747" cy="958891"/>
          </a:xfrm>
          <a:prstGeom prst="wedgeRoundRectCallout">
            <a:avLst>
              <a:gd name="adj1" fmla="val -39495"/>
              <a:gd name="adj2" fmla="val 72143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Is there a public piano in KE?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7D1BE5FA-ECFB-B2B7-8D72-94566827BBFB}"/>
              </a:ext>
            </a:extLst>
          </p:cNvPr>
          <p:cNvSpPr/>
          <p:nvPr/>
        </p:nvSpPr>
        <p:spPr>
          <a:xfrm>
            <a:off x="9111194" y="3723740"/>
            <a:ext cx="2571747" cy="958892"/>
          </a:xfrm>
          <a:prstGeom prst="wedgeRoundRectCallout">
            <a:avLst>
              <a:gd name="adj1" fmla="val -39273"/>
              <a:gd name="adj2" fmla="val 70806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Is the Beta washer fixed yet? 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BB84F53E-9310-EBC4-63E5-C9594D444537}"/>
              </a:ext>
            </a:extLst>
          </p:cNvPr>
          <p:cNvSpPr/>
          <p:nvPr/>
        </p:nvSpPr>
        <p:spPr>
          <a:xfrm>
            <a:off x="599017" y="3759735"/>
            <a:ext cx="2573866" cy="958891"/>
          </a:xfrm>
          <a:prstGeom prst="wedgeRoundRectCallout">
            <a:avLst>
              <a:gd name="adj1" fmla="val -3666"/>
              <a:gd name="adj2" fmla="val 70377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Would you recommend growing basil in the dorms?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CA8675A0-D66C-D35B-9146-D2B0E382AA9E}"/>
              </a:ext>
            </a:extLst>
          </p:cNvPr>
          <p:cNvSpPr/>
          <p:nvPr/>
        </p:nvSpPr>
        <p:spPr>
          <a:xfrm>
            <a:off x="599017" y="2470109"/>
            <a:ext cx="2573866" cy="958891"/>
          </a:xfrm>
          <a:prstGeom prst="wedgeRoundRectCallout">
            <a:avLst>
              <a:gd name="adj1" fmla="val -4866"/>
              <a:gd name="adj2" fmla="val 69267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Which kitchen in SE has the best oven? 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16F23C6C-E027-89A3-EC01-EB13AED205AF}"/>
              </a:ext>
            </a:extLst>
          </p:cNvPr>
          <p:cNvSpPr/>
          <p:nvPr/>
        </p:nvSpPr>
        <p:spPr>
          <a:xfrm>
            <a:off x="4874684" y="2470109"/>
            <a:ext cx="2573866" cy="958891"/>
          </a:xfrm>
          <a:prstGeom prst="wedgeRoundRectCallout">
            <a:avLst>
              <a:gd name="adj1" fmla="val 5222"/>
              <a:gd name="adj2" fmla="val 71881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What is the best study spot in the science building?</a:t>
            </a:r>
          </a:p>
        </p:txBody>
      </p:sp>
    </p:spTree>
    <p:extLst>
      <p:ext uri="{BB962C8B-B14F-4D97-AF65-F5344CB8AC3E}">
        <p14:creationId xmlns:p14="http://schemas.microsoft.com/office/powerpoint/2010/main" val="1101945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844E4-43FE-396B-F904-96F71558F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Our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1580A-EF5D-9FD2-89ED-4ACCAEF45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5966" y="1554692"/>
            <a:ext cx="9000067" cy="4351338"/>
          </a:xfrm>
          <a:ln>
            <a:solidFill>
              <a:schemeClr val="tx1"/>
            </a:solidFill>
          </a:ln>
        </p:spPr>
        <p:txBody>
          <a:bodyPr/>
          <a:lstStyle/>
          <a:p>
            <a:pPr marL="457200" lvl="1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3200" dirty="0"/>
              <a:t>With </a:t>
            </a:r>
            <a:r>
              <a:rPr lang="en-US" sz="3200" dirty="0" err="1"/>
              <a:t>CommUnity</a:t>
            </a:r>
            <a:r>
              <a:rPr lang="en-US" sz="3200" dirty="0"/>
              <a:t>, users can reach out to their own communities to </a:t>
            </a:r>
            <a:r>
              <a:rPr lang="en-US" sz="3200" b="1" dirty="0"/>
              <a:t>ask</a:t>
            </a:r>
            <a:r>
              <a:rPr lang="en-US" sz="3200" dirty="0"/>
              <a:t> and </a:t>
            </a:r>
            <a:r>
              <a:rPr lang="en-US" sz="3200" b="1" dirty="0"/>
              <a:t>answer </a:t>
            </a:r>
            <a:r>
              <a:rPr lang="en-US" sz="3200" dirty="0"/>
              <a:t>questions. The app is designed for Calvin communities, but the concept could be expanded.</a:t>
            </a:r>
          </a:p>
          <a:p>
            <a:pPr marL="0" indent="0" algn="ctr">
              <a:buNone/>
            </a:pPr>
            <a:r>
              <a:rPr lang="en-US" sz="3200" dirty="0"/>
              <a:t>The app prevents anonymous posts to encourage genuine community.</a:t>
            </a:r>
          </a:p>
        </p:txBody>
      </p:sp>
    </p:spTree>
    <p:extLst>
      <p:ext uri="{BB962C8B-B14F-4D97-AF65-F5344CB8AC3E}">
        <p14:creationId xmlns:p14="http://schemas.microsoft.com/office/powerpoint/2010/main" val="1280099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49625-816A-9B34-55AF-DEB02546A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457200"/>
            <a:ext cx="5256211" cy="855133"/>
          </a:xfrm>
        </p:spPr>
        <p:txBody>
          <a:bodyPr>
            <a:normAutofit/>
          </a:bodyPr>
          <a:lstStyle/>
          <a:p>
            <a:r>
              <a:rPr lang="en-US" sz="4000" dirty="0"/>
              <a:t>Demonstration Notes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98DEC6B-36D6-C7BD-D685-71B7E2B29E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9802" y="627467"/>
            <a:ext cx="3681083" cy="560306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073CA3-247D-D4AA-E084-D7EDA11FB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1371600"/>
            <a:ext cx="5882745" cy="44973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Key functional requirements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Users search existing questions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Users ask questions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Users check their own past questions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Users reply to questions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Users log 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Key UI design features include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Search tags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“My posts” under “profile”</a:t>
            </a:r>
          </a:p>
        </p:txBody>
      </p:sp>
    </p:spTree>
    <p:extLst>
      <p:ext uri="{BB962C8B-B14F-4D97-AF65-F5344CB8AC3E}">
        <p14:creationId xmlns:p14="http://schemas.microsoft.com/office/powerpoint/2010/main" val="835937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B27969-0AC9-2BC3-2201-69781DED8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Our Domain Analysis</a:t>
            </a:r>
          </a:p>
        </p:txBody>
      </p:sp>
      <p:pic>
        <p:nvPicPr>
          <p:cNvPr id="6" name="Picture Placeholder 5" descr="A diagram of a community&#10;&#10;AI-generated content may be incorrect.">
            <a:extLst>
              <a:ext uri="{FF2B5EF4-FFF2-40B4-BE49-F238E27FC236}">
                <a16:creationId xmlns:a16="http://schemas.microsoft.com/office/drawing/2014/main" id="{C53FE1B4-13F5-BC47-505C-3E72AC75203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tretch/>
        </p:blipFill>
        <p:spPr>
          <a:xfrm>
            <a:off x="4216526" y="1299134"/>
            <a:ext cx="7384255" cy="425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481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9B26E-7F66-7A6B-5A52-C3B82AB4C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 Central Design Question: How Much Like Social Media?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8BFC6-52C0-E20B-5F84-A70301006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Yes: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D5F6F8-7402-4836-16EF-0C7BC298CFD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Likes/upvotes on replies</a:t>
            </a:r>
          </a:p>
          <a:p>
            <a:r>
              <a:rPr lang="en-US" dirty="0"/>
              <a:t>Searchable posts</a:t>
            </a:r>
          </a:p>
          <a:p>
            <a:r>
              <a:rPr lang="en-US" dirty="0"/>
              <a:t>Minimal profile info</a:t>
            </a:r>
          </a:p>
          <a:p>
            <a:pPr lvl="1"/>
            <a:r>
              <a:rPr lang="en-US" dirty="0"/>
              <a:t>For the sake of moderators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3DE27B-D0E0-F8A4-124F-BC26A47839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No: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3CBC74-A928-2EA9-481A-F94D395D409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Endless scrolling feed</a:t>
            </a:r>
          </a:p>
          <a:p>
            <a:r>
              <a:rPr lang="en-US" dirty="0"/>
              <a:t>Public customizable profile</a:t>
            </a:r>
          </a:p>
          <a:p>
            <a:r>
              <a:rPr lang="en-US" dirty="0"/>
              <a:t>Anonymous posts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BE9CB4-89C5-DD63-0A7A-F7AE6BF2DF0D}"/>
              </a:ext>
            </a:extLst>
          </p:cNvPr>
          <p:cNvSpPr txBox="1"/>
          <p:nvPr/>
        </p:nvSpPr>
        <p:spPr>
          <a:xfrm>
            <a:off x="8661400" y="6189663"/>
            <a:ext cx="3361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rgbClr val="FF0000"/>
                </a:solidFill>
              </a:rPr>
              <a:t>Optional Slide: Gage time</a:t>
            </a:r>
          </a:p>
        </p:txBody>
      </p:sp>
    </p:spTree>
    <p:extLst>
      <p:ext uri="{BB962C8B-B14F-4D97-AF65-F5344CB8AC3E}">
        <p14:creationId xmlns:p14="http://schemas.microsoft.com/office/powerpoint/2010/main" val="2023130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7B257-5DB5-F118-86C5-EA360FC2E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FDF1A-3AB6-4039-5AF5-11263303C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AD0F3A-F764-85E1-EC5E-2CE7E5A3454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UI and connections between main pages</a:t>
            </a:r>
          </a:p>
          <a:p>
            <a:r>
              <a:rPr lang="en-US" dirty="0"/>
              <a:t>Login page that sends data to app</a:t>
            </a:r>
          </a:p>
          <a:p>
            <a:r>
              <a:rPr lang="en-US" dirty="0"/>
              <a:t>Beginning setup for search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F42CB6-E9A7-9D8E-E887-AF9787242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Yet To Do: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B1747D-315F-1E47-C20A-2077A2406B3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Functionality for posting and sorting posts</a:t>
            </a:r>
          </a:p>
          <a:p>
            <a:r>
              <a:rPr lang="en-US" dirty="0"/>
              <a:t>Reply page</a:t>
            </a:r>
          </a:p>
          <a:p>
            <a:r>
              <a:rPr lang="en-US" dirty="0"/>
              <a:t>Integration with data service</a:t>
            </a:r>
          </a:p>
        </p:txBody>
      </p:sp>
    </p:spTree>
    <p:extLst>
      <p:ext uri="{BB962C8B-B14F-4D97-AF65-F5344CB8AC3E}">
        <p14:creationId xmlns:p14="http://schemas.microsoft.com/office/powerpoint/2010/main" val="1348444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61F4F-B2EE-AB8D-8068-75E40D906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5962"/>
            <a:ext cx="10515600" cy="2886075"/>
          </a:xfrm>
        </p:spPr>
        <p:txBody>
          <a:bodyPr/>
          <a:lstStyle/>
          <a:p>
            <a:pPr algn="ctr"/>
            <a:r>
              <a:rPr lang="en-US" dirty="0"/>
              <a:t>Become a Community:</a:t>
            </a:r>
            <a:br>
              <a:rPr lang="en-US" dirty="0"/>
            </a:br>
            <a:r>
              <a:rPr lang="en-US" dirty="0"/>
              <a:t>Ask us Some Questions!</a:t>
            </a:r>
          </a:p>
        </p:txBody>
      </p:sp>
    </p:spTree>
    <p:extLst>
      <p:ext uri="{BB962C8B-B14F-4D97-AF65-F5344CB8AC3E}">
        <p14:creationId xmlns:p14="http://schemas.microsoft.com/office/powerpoint/2010/main" val="1656485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283f531-c8c1-40fe-bb20-fcb69b65cda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894265C9F55549B4E26363483874AC" ma:contentTypeVersion="14" ma:contentTypeDescription="Create a new document." ma:contentTypeScope="" ma:versionID="11062da2fdb1a3b5a4031c12d7a08efc">
  <xsd:schema xmlns:xsd="http://www.w3.org/2001/XMLSchema" xmlns:xs="http://www.w3.org/2001/XMLSchema" xmlns:p="http://schemas.microsoft.com/office/2006/metadata/properties" xmlns:ns3="6283f531-c8c1-40fe-bb20-fcb69b65cda3" xmlns:ns4="34dc7572-b32f-4f93-9661-b1209073c24a" targetNamespace="http://schemas.microsoft.com/office/2006/metadata/properties" ma:root="true" ma:fieldsID="227fd24f4cbe8aa968056a232328630f" ns3:_="" ns4:_="">
    <xsd:import namespace="6283f531-c8c1-40fe-bb20-fcb69b65cda3"/>
    <xsd:import namespace="34dc7572-b32f-4f93-9661-b1209073c24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83f531-c8c1-40fe-bb20-fcb69b65cd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dc7572-b32f-4f93-9661-b1209073c24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1204F7-96CD-4AA3-BC27-DA712AE076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78DF58-DAFA-4ECC-81D7-5EBD86FD38ED}">
  <ds:schemaRefs>
    <ds:schemaRef ds:uri="http://schemas.microsoft.com/office/2006/metadata/properties"/>
    <ds:schemaRef ds:uri="http://purl.org/dc/elements/1.1/"/>
    <ds:schemaRef ds:uri="http://purl.org/dc/terms/"/>
    <ds:schemaRef ds:uri="http://www.w3.org/XML/1998/namespace"/>
    <ds:schemaRef ds:uri="34dc7572-b32f-4f93-9661-b1209073c24a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6283f531-c8c1-40fe-bb20-fcb69b65cda3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7582B50-6EF7-4CF1-B7A7-FEEAC739BA49}">
  <ds:schemaRefs>
    <ds:schemaRef ds:uri="34dc7572-b32f-4f93-9661-b1209073c24a"/>
    <ds:schemaRef ds:uri="6283f531-c8c1-40fe-bb20-fcb69b65cda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311</Words>
  <Application>Microsoft Office PowerPoint</Application>
  <PresentationFormat>Widescreen</PresentationFormat>
  <Paragraphs>56</Paragraphs>
  <Slides>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CommUnity Technical Presentation</vt:lpstr>
      <vt:lpstr>Not Every Question Matters to Everyone</vt:lpstr>
      <vt:lpstr>CommUnity is a help forum partitioned by location</vt:lpstr>
      <vt:lpstr>Our Vision</vt:lpstr>
      <vt:lpstr>Demonstration Notes</vt:lpstr>
      <vt:lpstr>Our Domain Analysis</vt:lpstr>
      <vt:lpstr>A Central Design Question: How Much Like Social Media?</vt:lpstr>
      <vt:lpstr>Progress</vt:lpstr>
      <vt:lpstr>Become a Community: Ask us Some Questions!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Caleb Ausema</dc:creator>
  <cp:lastModifiedBy>Caleb Ausema</cp:lastModifiedBy>
  <cp:revision>5</cp:revision>
  <dcterms:created xsi:type="dcterms:W3CDTF">2025-11-11T00:39:53Z</dcterms:created>
  <dcterms:modified xsi:type="dcterms:W3CDTF">2025-11-13T01:44:43Z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0x01010042894265C9F55549B4E26363483874AC</vt:lpwstr>
  </property>
</Properties>
</file>